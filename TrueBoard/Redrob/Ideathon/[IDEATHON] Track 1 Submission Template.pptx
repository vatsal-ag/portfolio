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Manrope SemiBold"/>
      <p:regular r:id="rId22"/>
      <p:bold r:id="rId23"/>
    </p:embeddedFont>
    <p:embeddedFont>
      <p:font typeface="Google Sans"/>
      <p:regular r:id="rId24"/>
      <p:bold r:id="rId25"/>
      <p:italic r:id="rId26"/>
      <p:boldItalic r:id="rId27"/>
    </p:embeddedFont>
    <p:embeddedFont>
      <p:font typeface="Manrope ExtraBold"/>
      <p:bold r:id="rId28"/>
    </p:embeddedFont>
    <p:embeddedFont>
      <p:font typeface="Google Sans Flex"/>
      <p:regular r:id="rId29"/>
      <p:bold r:id="rId30"/>
    </p:embeddedFont>
    <p:embeddedFont>
      <p:font typeface="Roboto Serif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anropeSemiBold-regular.fntdata"/><Relationship Id="rId21" Type="http://schemas.openxmlformats.org/officeDocument/2006/relationships/slide" Target="slides/slide16.xml"/><Relationship Id="rId24" Type="http://schemas.openxmlformats.org/officeDocument/2006/relationships/font" Target="fonts/GoogleSans-regular.fntdata"/><Relationship Id="rId23" Type="http://schemas.openxmlformats.org/officeDocument/2006/relationships/font" Target="fonts/Manrope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-italic.fntdata"/><Relationship Id="rId25" Type="http://schemas.openxmlformats.org/officeDocument/2006/relationships/font" Target="fonts/GoogleSans-bold.fntdata"/><Relationship Id="rId28" Type="http://schemas.openxmlformats.org/officeDocument/2006/relationships/font" Target="fonts/ManropeExtraBold-bold.fntdata"/><Relationship Id="rId27" Type="http://schemas.openxmlformats.org/officeDocument/2006/relationships/font" Target="fonts/Google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GoogleSansFlex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SerifSemiBold-regular.fntdata"/><Relationship Id="rId30" Type="http://schemas.openxmlformats.org/officeDocument/2006/relationships/font" Target="fonts/GoogleSansFlex-bold.fntdata"/><Relationship Id="rId11" Type="http://schemas.openxmlformats.org/officeDocument/2006/relationships/slide" Target="slides/slide6.xml"/><Relationship Id="rId33" Type="http://schemas.openxmlformats.org/officeDocument/2006/relationships/font" Target="fonts/RobotoSerifSemiBold-italic.fntdata"/><Relationship Id="rId10" Type="http://schemas.openxmlformats.org/officeDocument/2006/relationships/slide" Target="slides/slide5.xml"/><Relationship Id="rId32" Type="http://schemas.openxmlformats.org/officeDocument/2006/relationships/font" Target="fonts/RobotoSerifSemi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obotoSerifSemiBold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8a54b071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8a54b071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8a54b071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8a54b071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8a54b071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8a54b071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8a54b071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8a54b071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8a54b071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8a54b071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8a54b0712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8a54b0712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8a54b0712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8a54b0712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8a54b0712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8a54b0712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8a54b0712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8a54b071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8a54b0712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8a54b0712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8a54b0712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8a54b0712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8a54b0712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8a54b0712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8a54b0712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e8a54b0712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8a54b0712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e8a54b0712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8a54b0712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e8a54b0712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ackground redro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background reeddrob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528663" y="1096300"/>
            <a:ext cx="63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rgbClr val="FFFFFF"/>
                </a:solidFill>
                <a:latin typeface="Roboto Serif SemiBold"/>
                <a:ea typeface="Roboto Serif SemiBold"/>
                <a:cs typeface="Roboto Serif SemiBold"/>
                <a:sym typeface="Roboto Serif SemiBold"/>
              </a:rPr>
              <a:t>Redrob Context &amp; Ideathon Scope</a:t>
            </a:r>
            <a:endParaRPr i="1" sz="1800">
              <a:solidFill>
                <a:srgbClr val="FFFFFF"/>
              </a:solidFill>
              <a:latin typeface="Roboto Serif SemiBold"/>
              <a:ea typeface="Roboto Serif SemiBold"/>
              <a:cs typeface="Roboto Serif SemiBold"/>
              <a:sym typeface="Roboto Serif SemiBol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528676" y="1521475"/>
            <a:ext cx="81633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Redrob AI is building an AI-native ecosystem spanning hiring, productivity, communication, discovery, workflows, recommendations, automation, and intelligent user experiences.</a:t>
            </a:r>
            <a:endParaRPr sz="1700"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528673" y="2125950"/>
            <a:ext cx="62475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Participants are encouraged to think beyond standalone applications and explore how their ideas can:</a:t>
            </a:r>
            <a:endParaRPr sz="1700"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677050" y="3341900"/>
            <a:ext cx="170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Extend existing Redrob capabilities</a:t>
            </a:r>
            <a:endParaRPr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2798625" y="3250775"/>
            <a:ext cx="1707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Improve experiences for Redrob users</a:t>
            </a:r>
            <a:endParaRPr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4817100" y="3250775"/>
            <a:ext cx="1332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Introduce new AI-native workflows</a:t>
            </a:r>
            <a:endParaRPr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6776175" y="3250775"/>
            <a:ext cx="2091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Strengthen ecosystem engagement and network effects</a:t>
            </a:r>
            <a:endParaRPr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 title="background reeddrob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528663" y="892950"/>
            <a:ext cx="63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rgbClr val="FFFFFF"/>
                </a:solidFill>
                <a:latin typeface="Roboto Serif SemiBold"/>
                <a:ea typeface="Roboto Serif SemiBold"/>
                <a:cs typeface="Roboto Serif SemiBold"/>
                <a:sym typeface="Roboto Serif SemiBold"/>
              </a:rPr>
              <a:t>Important</a:t>
            </a:r>
            <a:endParaRPr i="1" sz="1800">
              <a:solidFill>
                <a:srgbClr val="FFFFFF"/>
              </a:solidFill>
              <a:latin typeface="Roboto Serif SemiBold"/>
              <a:ea typeface="Roboto Serif SemiBold"/>
              <a:cs typeface="Roboto Serif SemiBold"/>
              <a:sym typeface="Roboto Serif SemiBold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90351" y="1354650"/>
            <a:ext cx="816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Participants are not expected to build a completely new platform from scratch.</a:t>
            </a:r>
            <a:endParaRPr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490373" y="1709725"/>
            <a:ext cx="624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Strong submissions will demonstrate:</a:t>
            </a:r>
            <a:endParaRPr sz="1700"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677050" y="2805650"/>
            <a:ext cx="1470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How the</a:t>
            </a: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idea leverages existing Redrob capabilities</a:t>
            </a:r>
            <a:endParaRPr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2837825" y="2805650"/>
            <a:ext cx="1526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What new capability, workflow, or value layer is introduced</a:t>
            </a:r>
            <a:endParaRPr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4903900" y="2805650"/>
            <a:ext cx="1332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How the idea strengthens the overall Redrob ecosystem</a:t>
            </a:r>
            <a:endParaRPr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6776175" y="2805650"/>
            <a:ext cx="1828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Why Redrob is uniquely positioned to enable this experience</a:t>
            </a:r>
            <a:endParaRPr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6" title="backgrorffrund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419025" y="323942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419030" y="4090585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Members</a:t>
            </a: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: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419013" y="364688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</a:t>
            </a: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: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/>
        </p:nvSpPr>
        <p:spPr>
          <a:xfrm>
            <a:off x="480500" y="8126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Problem Definition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378800" y="1596525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problem are you solving?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Who experiences this problem?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Why is the current approach insufficient?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480500" y="1224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8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480500" y="8126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Opportunity &amp; Vision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365575" y="1788037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Why is this an important opportunity?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future state are you enabling?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9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/>
        </p:nvSpPr>
        <p:spPr>
          <a:xfrm>
            <a:off x="480500" y="8126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Solution Overview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365575" y="1788037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is your proposed solution?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makes it AI-native rather than AI-assisted?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Which existing Redrob capability, workflow, or user journey does your solution build upon?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0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/>
        </p:nvSpPr>
        <p:spPr>
          <a:xfrm>
            <a:off x="480500" y="812600"/>
            <a:ext cx="72897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User Journey / Workflow Diagram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365575" y="17880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does a user interact with the solution?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does information flow through the process?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Where does the solution integrate with Redrob experiences?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365575" y="34923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Workflow Diagram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480500" y="30264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Mandatory Visual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1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 txBox="1"/>
          <p:nvPr/>
        </p:nvSpPr>
        <p:spPr>
          <a:xfrm>
            <a:off x="480500" y="812600"/>
            <a:ext cx="72897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AI Logic &amp; Decision Flow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365575" y="17880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Where does AI intervene?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are decisions made?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do agents/models/reasoning systems interact?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365575" y="34923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AI Flow Diagram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480500" y="30264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Mandatory Visual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2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2"/>
          <p:cNvSpPr txBox="1"/>
          <p:nvPr/>
        </p:nvSpPr>
        <p:spPr>
          <a:xfrm>
            <a:off x="480500" y="812600"/>
            <a:ext cx="72897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System Architecture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365575" y="17880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components make up the system?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do services interact?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Which Redrob systems, workflows, or services are leveraged?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365575" y="34923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Architecture Diagram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480500" y="30264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Mandatory Visual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3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3"/>
          <p:cNvSpPr txBox="1"/>
          <p:nvPr/>
        </p:nvSpPr>
        <p:spPr>
          <a:xfrm>
            <a:off x="480500" y="812600"/>
            <a:ext cx="72897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Data, Context &amp; Intelligence Layer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365575" y="17880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data powers the solution?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is context retrieved, stored, or utilized?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does existing Redrob context, signals, or workflows improve the experience?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365575" y="34923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Data Flow Diagram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50" name="Google Shape;150;p23"/>
          <p:cNvSpPr txBox="1"/>
          <p:nvPr/>
        </p:nvSpPr>
        <p:spPr>
          <a:xfrm>
            <a:off x="480500" y="30264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Mandatory Visual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4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4"/>
          <p:cNvSpPr txBox="1"/>
          <p:nvPr/>
        </p:nvSpPr>
        <p:spPr>
          <a:xfrm>
            <a:off x="480500" y="812600"/>
            <a:ext cx="72897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Scalability &amp; Technical Feasibility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365575" y="17880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would this be implemented?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does the system scale?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technical challenges exist?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5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5"/>
          <p:cNvSpPr txBox="1"/>
          <p:nvPr/>
        </p:nvSpPr>
        <p:spPr>
          <a:xfrm>
            <a:off x="480500" y="812600"/>
            <a:ext cx="72897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Redrob Ecosystem Integration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65" name="Google Shape;165;p25"/>
          <p:cNvSpPr txBox="1"/>
          <p:nvPr/>
        </p:nvSpPr>
        <p:spPr>
          <a:xfrm>
            <a:off x="365575" y="1788023"/>
            <a:ext cx="8520600" cy="15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Which existing Redrob capabilities are being leveraged?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new capability does your solution introduce?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does it strengthen the overall Redrob ecosystem?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additional opportunities become possible after implementation?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365575" y="37209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Ecosystem Integration Diagram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480500" y="32550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Mandatory Visual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6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6"/>
          <p:cNvSpPr txBox="1"/>
          <p:nvPr/>
        </p:nvSpPr>
        <p:spPr>
          <a:xfrm>
            <a:off x="480500" y="812600"/>
            <a:ext cx="72897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Impact &amp; Success Metrics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365575" y="17880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measurable outcomes are expected?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will success be tracked?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value is created for users and Redrob?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7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7"/>
          <p:cNvSpPr txBox="1"/>
          <p:nvPr/>
        </p:nvSpPr>
        <p:spPr>
          <a:xfrm>
            <a:off x="480500" y="812600"/>
            <a:ext cx="72897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Future Roadmap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365575" y="17880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could this evolve over 2–3 years?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future capabilities can be unlocked?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broader vision does this support?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8" title="thank you slid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