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 ExtraBold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nropeSemiBol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anropeExtraBold-bold.fntdata"/><Relationship Id="rId6" Type="http://schemas.openxmlformats.org/officeDocument/2006/relationships/slide" Target="slides/slide1.xml"/><Relationship Id="rId18" Type="http://schemas.openxmlformats.org/officeDocument/2006/relationships/font" Target="fonts/Manrope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is your proposed solution?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differentiates your approach from traditional candidate matching systems?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</a:t>
            </a: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are the key requirements extracted from the JD?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Which candidate signals are most important for determining relevance? / How does your solution evaluate candidate fit beyond keyword matching?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your system retrieve, score, and rank candidates?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models, algorithms, or heuristics are used?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are multiple candidate signals combined into a final ranking?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are ranking decisions explained?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 you prevent hallucinations or unsupported justifications?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your solution handle inconsistent, low-quality, or suspicious profiles?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is the complete workflow from JD input to ranked candidate output?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results or insights demonstrate ranking quality?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your solution meet the challenge's runtime and compute constraints?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technologies, frameworks, and tools were used and why were they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selected for this solution?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Github video etc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